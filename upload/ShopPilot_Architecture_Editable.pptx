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02  ·  SOLUTION +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Headless offline agent — classical CRS spine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respond() → message + one ask_attribute + Top-10  ·  No required LLM  ·  Same stack as CRS/DST/CQ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SHIPPED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54480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48132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481328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Ingest / NLU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1051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buy·browse · family · audience · slots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193852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30428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304288"/>
            <a:ext cx="73152" cy="640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5915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SessionState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3347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soft | disclosed | override · DST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276148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200400"/>
            <a:ext cx="384048" cy="3840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12724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3127248"/>
            <a:ext cx="73152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8211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Hybrid 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5643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FTS5 BM25 + dense hash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358444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4023360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395020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1560" y="3950208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0050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Clarify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7939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other-first ladder · skip filled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" y="440740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" y="484632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477316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" y="4773168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482803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Rank + 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10235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coverage · Top-10 + 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LITERATURE → MODULE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5544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55448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162763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CRS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62763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NLU → DST → Policy → 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8836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our hot 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228600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2286000"/>
            <a:ext cx="73152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35915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DST (1712.10224)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35915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slot–value belief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6151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SessionState + sources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01752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01752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09067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Qulac / CQs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09067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ask + retrieve each 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3346703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Top-10 + ask_attribute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74904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749040"/>
            <a:ext cx="73152" cy="640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82219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Bayesian max-IG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82219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entropy ask selection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407822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REJECTED · Tech ~0.72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480560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553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Corpus-informed CQ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55371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only catalog-supported asks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480974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facet chips in message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52120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21208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28523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Hybrid IR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28523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BM25 + dense late fusion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5412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FTS5 + hash dense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State-first multi-turn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Native shapes only  ·  Tech 0.909 · Hit 0.975 · 0 tokens  ·  offline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0D4FF"/>
                </a:solidFill>
                <a:latin typeface="Calibri"/>
              </a:rPr>
              <a:t>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89888"/>
            <a:ext cx="1417320" cy="1234440"/>
          </a:xfrm>
          <a:prstGeom prst="roundRect">
            <a:avLst>
              <a:gd name="adj" fmla="val 10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CLI / Eval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reset·respond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User turn 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text+session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188720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HOT PATH  ·  Agent.respond (sync)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1680" y="1572768"/>
            <a:ext cx="310896" cy="3108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slots·family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21024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76472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67912" y="1572768"/>
            <a:ext cx="310896" cy="31089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FTS+dense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477256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32704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24144" y="1572768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coverage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33488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8936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80376" y="1572768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6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other-first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89720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45168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36608" y="1572768"/>
            <a:ext cx="310896" cy="310896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Top-10+ask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737360" y="1874519"/>
            <a:ext cx="146304" cy="164592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018520" y="1691640"/>
            <a:ext cx="914400" cy="54864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18520" y="181051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→ client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808208" y="1874519"/>
            <a:ext cx="164592" cy="164592"/>
          </a:xfrm>
          <a:prstGeom prst="rightArrow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2560320" y="2651760"/>
            <a:ext cx="164592" cy="274320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2697480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write</a:t>
            </a:r>
          </a:p>
        </p:txBody>
      </p:sp>
      <p:sp>
        <p:nvSpPr>
          <p:cNvPr id="42" name="Up Arrow 41"/>
          <p:cNvSpPr/>
          <p:nvPr/>
        </p:nvSpPr>
        <p:spPr>
          <a:xfrm>
            <a:off x="4297680" y="2651760"/>
            <a:ext cx="164592" cy="274320"/>
          </a:xfrm>
          <a:prstGeom prst="up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2697480"/>
            <a:ext cx="457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read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063240"/>
            <a:ext cx="539496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063240"/>
            <a:ext cx="91440" cy="3063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200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SessionState  ·  mutable 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61188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 soft|disclosed|override · filled/asked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Route  family · gift audience · buy/browse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Clean  soft-only wipe · never re-ask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Loop   past state + current text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INVARIANT  t3 "black" = dress+plus+black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97880" y="3063240"/>
            <a:ext cx="301752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97880" y="3063240"/>
            <a:ext cx="91440" cy="3063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20040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Catalog  ·  immutable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3611880"/>
            <a:ext cx="26517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FTS5 BM25 in-memory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Dense hash 512-d default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MiniLM opt-in 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_products · 50k CSJ freeze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no writes at turn 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98280" y="3063240"/>
            <a:ext cx="278892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98280" y="3063240"/>
            <a:ext cx="91440" cy="306324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32004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Optional + Measure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3611880"/>
            <a:ext cx="24231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LLM OFF · not on score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NLU · rerank top-20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timeout →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Hit·MRR·MTTC → Tech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public 200 · guardrail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40" y="6236208"/>
            <a:ext cx="11567160" cy="27432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6254496"/>
            <a:ext cx="11567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next turn ↺ same session_id   ·   state write/read   ·   catalog read-only   ·   LLM off score path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